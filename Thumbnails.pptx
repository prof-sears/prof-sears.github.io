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9C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AB38-F921-69C3-980E-179EAD491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1286C-F880-C60F-6600-4C3EC43B3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BA50-7A5D-79A3-A741-FA2C973A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338E5-2DC1-A52A-5F0D-5411904E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200FE-B1D6-8532-9F4A-501A2D9C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3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A916-6EE9-BC13-3BB1-DF055E505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3F91A-E4EC-38D2-E77A-EBE871B59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67CD9-688D-61D2-E2E4-D7249F54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8B346-387B-F77F-817B-AB48C17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9047-0D10-8C98-36D8-897A1B6A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5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78AF-964F-F71B-8FBC-E16B95A8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6F495-9F32-83F7-A4D6-7F7298C3C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9F363-F54A-95AE-98E3-0C262A65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7DCA-2B67-F397-2071-7424EAEA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3AB70-717E-8F41-0AD1-313B43BF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8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AEEF-86B6-996A-6EA4-092E2401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5EE8D-DE0B-8D40-9C9E-CDA16C434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2B8CC-4942-C1B2-064C-DE95FEBC2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DB112-464A-3B9C-60B4-C8941A06C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7D180-3307-38F5-977C-A17E9BBB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15C64-16B6-6D09-6472-BAFCDC58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50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73BD-5C82-96A7-A7D7-44B69CF95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0C4AC-B6D8-5D9B-07F9-12E743363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2D581-966F-E325-AD4E-99E07708E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0EA37-C0A6-DF53-4F73-AC67E9302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870C5-5FBD-6F79-C73B-E255AEB7E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B731A-1374-1073-227D-F446CD25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EE5A3-C5C8-BC14-8481-0B5DD7D1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D363B-D956-CB4C-BA84-E8733746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7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A72C-C1F9-2938-51A8-F94787B9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62135-4D47-F667-6AFA-679145EF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C97B0-0932-01A8-806C-370E7834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47CAF-9A40-1595-B7FA-2B4DFFF5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4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55530-DD37-08D0-5D46-58E8369F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5C2B5-E5BD-A154-D878-0B3B552D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6B13A-C01F-1BC4-B0DF-8CEBD055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7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CD881-2AAA-57B0-AC99-57930CBC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E6B82-8F54-FFEA-1F10-6CC82C66E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3655C-61DB-61D8-B5D9-3EED6E03E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5746E-2F0D-B036-5F24-AC8B7F2F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C105-87B4-1D8E-B669-1AC1D149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DCF06-9570-22C0-6B1D-1153CF26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2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DE3A-D468-0F9D-987F-34F96CE2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9FEE4-DBE6-9C74-53B5-D90F882159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9EB21-0F45-C592-5B2A-3D82E0F2A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E7B27-C529-A1E1-9AB5-A42673DF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3B1C4-9048-D540-1841-5E3787D4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380A6-7435-6800-47C3-40AEF0D9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5804-D3F1-CEBC-6BE0-C80A400F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79C72-629F-F65C-0FD8-88862E4EF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7A92E-D8D7-6515-DB0F-90CEF815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4DE41-9E9D-BCCB-2DCA-BC6F4976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D8B50-CB20-772E-1284-75BA271B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53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40146-4A43-9A25-F551-412095510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1A32A-8705-23D7-198A-7C60A210D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E7C0A-4916-CBB2-544B-49070713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12FF7-31B2-133F-AE0D-08A50886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AA637-DC1F-2EA1-5420-8BA7A424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7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DDE08-E6E7-19B0-F6E5-755C0C4E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10B5E-C3D5-E047-6DFE-33FCD2081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16895-2E44-A628-31CE-70CF35286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CFE37-580B-4C5B-8838-291197A2708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0700B-84A2-A5C8-68E8-CFD84CEB4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ABD84-E966-C6BB-9F20-3B1D1076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68940-77E7-4C71-A8AC-B3A59E5FD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7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">
              <a:schemeClr val="bg1"/>
            </a:gs>
            <a:gs pos="82000">
              <a:schemeClr val="accent5">
                <a:lumMod val="60000"/>
                <a:lumOff val="40000"/>
              </a:schemeClr>
            </a:gs>
            <a:gs pos="95000">
              <a:schemeClr val="bg1"/>
            </a:gs>
            <a:gs pos="18000">
              <a:schemeClr val="accent5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10F2-F9BC-17F3-C52E-70AE2D82D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963" y="1122363"/>
            <a:ext cx="5752037" cy="2387600"/>
          </a:xfrm>
        </p:spPr>
        <p:txBody>
          <a:bodyPr anchor="ctr">
            <a:normAutofit fontScale="90000"/>
          </a:bodyPr>
          <a:lstStyle/>
          <a:p>
            <a:r>
              <a:rPr lang="en-US" b="1" dirty="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Counting the Size of a Dataset in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110A1-E82A-7C8D-776A-B5D5CCEE7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963" y="3602037"/>
            <a:ext cx="5752037" cy="2133599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C5DDA-71D2-E744-31BB-679A538EE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931" y="847314"/>
            <a:ext cx="4572000" cy="51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3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Liberation Sans</vt:lpstr>
      <vt:lpstr>Office Theme</vt:lpstr>
      <vt:lpstr>Counting the Size of a Dataset in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Sears, Christopher M (Maysville)</dc:creator>
  <cp:lastModifiedBy>Sears, Christopher M (Maysville)</cp:lastModifiedBy>
  <cp:revision>4</cp:revision>
  <dcterms:created xsi:type="dcterms:W3CDTF">2026-05-30T06:04:57Z</dcterms:created>
  <dcterms:modified xsi:type="dcterms:W3CDTF">2026-05-30T06:24:14Z</dcterms:modified>
</cp:coreProperties>
</file>